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01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FF66"/>
                </a:solidFill>
                <a:latin typeface="Consolas"/>
              </a:defRPr>
            </a:pPr>
            <a:r>
              <a:t>CodeVerse</a:t>
            </a:r>
          </a:p>
          <a:p>
            <a:pPr algn="ctr">
              <a:defRPr sz="1800">
                <a:solidFill>
                  <a:srgbClr val="00C850"/>
                </a:solidFill>
                <a:latin typeface="Consolas"/>
              </a:defRPr>
            </a:pPr>
            <a:r>
              <a:t>==================================================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F5F5"/>
                </a:solidFill>
                <a:latin typeface="Consolas"/>
              </a:defRPr>
            </a:pPr>
            <a:r>
              <a:t>Cyberpunk Active-Recall Study Console &amp; Interactive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A0A5A0"/>
                </a:solidFill>
                <a:latin typeface="Consolas"/>
              </a:defRPr>
            </a:pPr>
            <a:r>
              <a:t>[OK] Loaded: 4 language tracks | [OK] Configured: 400 interactive flashcards</a:t>
            </a:r>
            <a:br/>
            <a:r>
              <a:t>[OK] Mounted: Free Pollinations AI Doubt Engine (Keyless Connection)</a:t>
            </a:r>
            <a:br/>
            <a:r>
              <a:t>[OK] Local Host: system_init_session.sh -&gt; PORT 8081 ready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FF66"/>
                </a:solidFill>
                <a:latin typeface="Consolas"/>
              </a:defRPr>
            </a:pPr>
            <a:r>
              <a:t>&gt;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5912" cy="27432"/>
          </a:xfrm>
          <a:prstGeom prst="rect">
            <a:avLst/>
          </a:prstGeom>
          <a:solidFill>
            <a:srgbClr val="00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01   </a:t>
            </a:r>
            <a:r>
              <a:rPr sz="1800" b="1">
                <a:solidFill>
                  <a:srgbClr val="F5F5F5"/>
                </a:solidFill>
                <a:latin typeface="Consolas"/>
              </a:rPr>
              <a:t>Boring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03120"/>
            <a:ext cx="438912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3891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Traditional textbooks and lecture notes are static, dry, and boring. Students struggle to read them and lose interest quickly before programming tests.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39512" cy="205740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908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02   </a:t>
            </a:r>
            <a:r>
              <a:rPr sz="1800" b="1">
                <a:solidFill>
                  <a:srgbClr val="F5F5F5"/>
                </a:solidFill>
                <a:latin typeface="Consolas"/>
              </a:rPr>
              <a:t>API Key Barriers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103120"/>
            <a:ext cx="4690872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69087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Most AI coding assistants demand premium API keys or complex environment variables, blocking students from instant help.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94760"/>
            <a:ext cx="5239512" cy="205740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977640"/>
            <a:ext cx="46908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03   </a:t>
            </a:r>
            <a:r>
              <a:rPr sz="1800" b="1">
                <a:solidFill>
                  <a:srgbClr val="F5F5F5"/>
                </a:solidFill>
                <a:latin typeface="Consolas"/>
              </a:rPr>
              <a:t>No Study Logs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434840"/>
            <a:ext cx="4690872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572000"/>
            <a:ext cx="469087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Standard school websites do not track learning habits, active daily streaks, or practice achievements.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FF66"/>
                </a:solidFill>
                <a:latin typeface="Consolas"/>
              </a:defRPr>
            </a:pPr>
            <a:r>
              <a:t>&gt; The CodeVerse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5912" cy="27432"/>
          </a:xfrm>
          <a:prstGeom prst="rect">
            <a:avLst/>
          </a:prstGeom>
          <a:solidFill>
            <a:srgbClr val="00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389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01   </a:t>
            </a:r>
            <a:r>
              <a:rPr sz="1800" b="1">
                <a:solidFill>
                  <a:srgbClr val="F5F5F5"/>
                </a:solidFill>
                <a:latin typeface="Consolas"/>
              </a:rPr>
              <a:t>Interactive 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03120"/>
            <a:ext cx="2779776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2779776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Integrates professor PDF notes side-by-side with Wikipedia outlines and Open Library links inside a single responsive browser console.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4389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0016" y="1645920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02   </a:t>
            </a:r>
            <a:r>
              <a:rPr sz="1800" b="1">
                <a:solidFill>
                  <a:srgbClr val="F5F5F5"/>
                </a:solidFill>
                <a:latin typeface="Consolas"/>
              </a:rPr>
              <a:t>Active 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0016" y="2103120"/>
            <a:ext cx="2779776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0016" y="2240280"/>
            <a:ext cx="2779776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Replaces passive reading with 3D concept flashcards and output prediction quizzes that shuffle questions dynamically.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63040"/>
            <a:ext cx="3328416" cy="4389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1645920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03   </a:t>
            </a:r>
            <a:r>
              <a:rPr sz="1800" b="1">
                <a:solidFill>
                  <a:srgbClr val="F5F5F5"/>
                </a:solidFill>
                <a:latin typeface="Consolas"/>
              </a:rPr>
              <a:t>Keyless AI Solver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94192" y="2103120"/>
            <a:ext cx="2779776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2240280"/>
            <a:ext cx="2779776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Connects to Pollinations AI to resolve doubts instantly for free directly in the browser—no accounts or API keys required.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FF66"/>
                </a:solidFill>
                <a:latin typeface="Consolas"/>
              </a:defRPr>
            </a:pPr>
            <a:r>
              <a:t>&gt; Programming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5912" cy="27432"/>
          </a:xfrm>
          <a:prstGeom prst="rect">
            <a:avLst/>
          </a:prstGeom>
          <a:solidFill>
            <a:srgbClr val="00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HTML   </a:t>
            </a:r>
            <a:r>
              <a:rPr sz="1800" b="1">
                <a:solidFill>
                  <a:srgbClr val="F5F5F5"/>
                </a:solidFill>
                <a:latin typeface="Consolas"/>
              </a:rPr>
              <a:t>Structure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45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00E5FF"/>
                </a:solidFill>
                <a:latin typeface="Consolas"/>
              </a:rPr>
              <a:t>[MARKUP]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03120"/>
            <a:ext cx="466344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6634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Builds all 7 portal pages, establishes the terminal boxes, interactive forms, and embeds inline SVGs for circular progress dials.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CSS   </a:t>
            </a:r>
            <a:r>
              <a:rPr sz="1800" b="1">
                <a:solidFill>
                  <a:srgbClr val="F5F5F5"/>
                </a:solidFill>
                <a:latin typeface="Consolas"/>
              </a:rPr>
              <a:t>Styling &amp; 3D Effects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645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00E5FF"/>
                </a:solidFill>
                <a:latin typeface="Consolas"/>
              </a:rPr>
              <a:t>[DESIGN]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103120"/>
            <a:ext cx="466344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46634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Controls the Obsidian-green dark theme, glow effects, responsive grid alignments, and fluid 3D card-flip animations.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JS   </a:t>
            </a:r>
            <a:r>
              <a:rPr sz="1800" b="1">
                <a:solidFill>
                  <a:srgbClr val="F5F5F5"/>
                </a:solidFill>
                <a:latin typeface="Consolas"/>
              </a:rPr>
              <a:t>Application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2062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00E5FF"/>
                </a:solidFill>
                <a:latin typeface="Consolas"/>
              </a:rPr>
              <a:t>[CLIENT]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663440"/>
            <a:ext cx="466344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46634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Handles session streaks, quiz timers, keyboard hooks, localStorage state caching, and the keyless AI tutor API stream.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PY   </a:t>
            </a:r>
            <a:r>
              <a:rPr sz="1800" b="1">
                <a:solidFill>
                  <a:srgbClr val="F5F5F5"/>
                </a:solidFill>
                <a:latin typeface="Consolas"/>
              </a:rPr>
              <a:t>Dev Server &amp; Scripts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2062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00E5FF"/>
                </a:solidFill>
                <a:latin typeface="Consolas"/>
              </a:rPr>
              <a:t>[UTILITY]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663440"/>
            <a:ext cx="466344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4800600"/>
            <a:ext cx="46634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Launches the local HTTP server to host PDF handbooks natively in the browser and runs scripts to verify note file structures.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FF66"/>
                </a:solidFill>
                <a:latin typeface="Consolas"/>
              </a:defRPr>
            </a:pPr>
            <a:r>
              <a:t>&gt; How CodeVerse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5912" cy="27432"/>
          </a:xfrm>
          <a:prstGeom prst="rect">
            <a:avLst/>
          </a:prstGeom>
          <a:solidFill>
            <a:srgbClr val="00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108960" cy="411480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STEP 01   </a:t>
            </a:r>
            <a:r>
              <a:rPr sz="1800" b="1">
                <a:solidFill>
                  <a:srgbClr val="F5F5F5"/>
                </a:solidFill>
                <a:latin typeface="Consolas"/>
              </a:rPr>
              <a:t>Sign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286000"/>
            <a:ext cx="256032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56032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Students log in via the terminal UI (or bypass as Guest) to initialize their workspace and restore study streaks.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F66"/>
                </a:solidFill>
                <a:latin typeface="Consolas"/>
              </a:defRPr>
            </a:pPr>
            <a:r>
              <a:t>&gt;&gt;&gt;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108960" cy="411480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7373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dirty="0">
                <a:solidFill>
                  <a:srgbClr val="00FF66"/>
                </a:solidFill>
                <a:latin typeface="Consolas"/>
              </a:rPr>
              <a:t>STEP 02   </a:t>
            </a:r>
            <a:r>
              <a:rPr sz="1800" b="1" dirty="0">
                <a:solidFill>
                  <a:srgbClr val="F5F5F5"/>
                </a:solidFill>
                <a:latin typeface="Consolas"/>
              </a:rPr>
              <a:t>Study &amp; Practice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286000"/>
            <a:ext cx="256032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256032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Pick a track, review outlines side-by-side with PDF handbooks, flip flashcards, and run MCQ quiz engines to practice.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F66"/>
                </a:solidFill>
                <a:latin typeface="Consolas"/>
              </a:defRPr>
            </a:pPr>
            <a:r>
              <a:t>&gt;&gt;&gt;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108960" cy="411480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7373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dirty="0">
                <a:solidFill>
                  <a:srgbClr val="00FF66"/>
                </a:solidFill>
                <a:latin typeface="Consolas"/>
              </a:rPr>
              <a:t>STEP 03   </a:t>
            </a:r>
            <a:r>
              <a:rPr sz="1800" b="1" dirty="0">
                <a:solidFill>
                  <a:srgbClr val="F5F5F5"/>
                </a:solidFill>
                <a:latin typeface="Consolas"/>
              </a:rPr>
              <a:t>Resolve &amp; Track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2286000"/>
            <a:ext cx="256032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423160"/>
            <a:ext cx="256032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Ask the AI tutor about syntax errors. Progress metrics, streaks, and achievements are auto-saved to localStorage.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FF66"/>
                </a:solidFill>
                <a:latin typeface="Consolas"/>
              </a:defRPr>
            </a:pPr>
            <a:r>
              <a:t>&gt; Dynamic Tracks &amp; PDF Handbooks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5912" cy="27432"/>
          </a:xfrm>
          <a:prstGeom prst="rect">
            <a:avLst/>
          </a:prstGeom>
          <a:solidFill>
            <a:srgbClr val="00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389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01   </a:t>
            </a:r>
            <a:r>
              <a:rPr sz="1800" b="1">
                <a:solidFill>
                  <a:srgbClr val="F5F5F5"/>
                </a:solidFill>
                <a:latin typeface="Consolas"/>
              </a:rPr>
              <a:t>Interactive Outlines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03120"/>
            <a:ext cx="466344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6344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Browse topics, Wikipedia details, and books. Page accents dynamically swap accent colors (Teal, Amber, Violet, Green) to match the selected language track.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02   </a:t>
            </a:r>
            <a:r>
              <a:rPr sz="1800" b="1">
                <a:solidFill>
                  <a:srgbClr val="F5F5F5"/>
                </a:solidFill>
                <a:latin typeface="Consolas"/>
              </a:rPr>
              <a:t>Embedded PDF Viewer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103120"/>
            <a:ext cx="466344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66344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Toggle from summaries to original professor PDF handbooks directly inside the browser using custom terminal iframe containers.</a:t>
            </a: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FF66"/>
                </a:solidFill>
                <a:latin typeface="Consolas"/>
              </a:defRPr>
            </a:pPr>
            <a:r>
              <a:t>&gt; 3D Active Recall Flashcards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5912" cy="27432"/>
          </a:xfrm>
          <a:prstGeom prst="rect">
            <a:avLst/>
          </a:prstGeom>
          <a:solidFill>
            <a:srgbClr val="00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389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01   </a:t>
            </a:r>
            <a:r>
              <a:rPr sz="1800" b="1">
                <a:solidFill>
                  <a:srgbClr val="F5F5F5"/>
                </a:solidFill>
                <a:latin typeface="Consolas"/>
              </a:rPr>
              <a:t>Holographic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03120"/>
            <a:ext cx="466344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6344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Cards flip 180° in 3D using mouse clicks or hotkeys. Shuffle deck to randomize order and tag cards as 'Mastered' to log study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66"/>
                </a:solidFill>
                <a:latin typeface="Consolas"/>
              </a:defRPr>
            </a:pPr>
            <a:r>
              <a:t>[ ACTIVE KEYBOARD SHORTCUTS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1645920" cy="548640"/>
          </a:xfrm>
          <a:prstGeom prst="roundRect">
            <a:avLst/>
          </a:prstGeom>
          <a:solidFill>
            <a:srgbClr val="1E241E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600" b="1">
                <a:solidFill>
                  <a:srgbClr val="F5F5F5"/>
                </a:solidFill>
                <a:latin typeface="Consolas"/>
              </a:defRPr>
            </a:pPr>
            <a:r>
              <a:t>SPACEBAR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9456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A0A5A0"/>
                </a:solidFill>
                <a:latin typeface="Consolas"/>
              </a:defRPr>
            </a:pPr>
            <a:r>
              <a:t>Flips the active card to view answer/compiler tips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1645920" cy="548640"/>
          </a:xfrm>
          <a:prstGeom prst="roundRect">
            <a:avLst/>
          </a:prstGeom>
          <a:solidFill>
            <a:srgbClr val="1E241E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600" b="1">
                <a:solidFill>
                  <a:srgbClr val="F5F5F5"/>
                </a:solidFill>
                <a:latin typeface="Consolas"/>
              </a:defRPr>
            </a:pPr>
            <a:r>
              <a:t>ARROW 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10896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A0A5A0"/>
                </a:solidFill>
                <a:latin typeface="Consolas"/>
              </a:defRPr>
            </a:pPr>
            <a:r>
              <a:t>Navigates back to the previous flashcard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1645920" cy="548640"/>
          </a:xfrm>
          <a:prstGeom prst="roundRect">
            <a:avLst/>
          </a:prstGeom>
          <a:solidFill>
            <a:srgbClr val="1E241E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600" b="1">
                <a:solidFill>
                  <a:srgbClr val="F5F5F5"/>
                </a:solidFill>
                <a:latin typeface="Consolas"/>
              </a:defRPr>
            </a:pPr>
            <a:r>
              <a:t>ARROW 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02336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A0A5A0"/>
                </a:solidFill>
                <a:latin typeface="Consolas"/>
              </a:defRPr>
            </a:pPr>
            <a:r>
              <a:t>Navigates forward to the next flashcard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FF66"/>
                </a:solidFill>
                <a:latin typeface="Consolas"/>
              </a:defRPr>
            </a:pPr>
            <a:r>
              <a:t>&gt; Live Online AI Solver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5912" cy="27432"/>
          </a:xfrm>
          <a:prstGeom prst="rect">
            <a:avLst/>
          </a:prstGeom>
          <a:solidFill>
            <a:srgbClr val="00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389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01   </a:t>
            </a:r>
            <a:r>
              <a:rPr sz="1800" b="1">
                <a:solidFill>
                  <a:srgbClr val="F5F5F5"/>
                </a:solidFill>
                <a:latin typeface="Consolas"/>
              </a:rPr>
              <a:t>Pollinations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03120"/>
            <a:ext cx="466344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6344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Queries are sent directly to the AI model on the client side. Operates completely keyless and falls back to 100 pre-saved interview questions if offline.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181E18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/>
            <a:r>
              <a:rPr sz="1200" b="1">
                <a:solidFill>
                  <a:srgbClr val="00FF66"/>
                </a:solidFill>
                <a:latin typeface="Consolas"/>
              </a:rPr>
              <a:t>student@codeverse:~$ Explain CSS Grid auto-fit
</a:t>
            </a:r>
            <a:r>
              <a:rPr sz="1100">
                <a:solidFill>
                  <a:srgbClr val="F5F5F5"/>
                </a:solidFill>
                <a:latin typeface="Consolas"/>
              </a:rPr>
              <a:t>How does the auto-fit keyword work in CSS Grid?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212080" cy="219456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/>
            <a:r>
              <a:rPr sz="1200" b="1">
                <a:solidFill>
                  <a:srgbClr val="00E5FF"/>
                </a:solidFill>
                <a:latin typeface="Consolas"/>
              </a:rPr>
              <a:t>[AI_TUTOR_BOT] @ Pollinations_Inference
</a:t>
            </a:r>
            <a:r>
              <a:rPr sz="1100">
                <a:solidFill>
                  <a:srgbClr val="F5F5F5"/>
                </a:solidFill>
                <a:latin typeface="Consolas"/>
              </a:rPr>
              <a:t>The auto-fit keyword stretches existing grid items to fill all available space in the track, preventing empty gaps on wider viewports.
Example:
grid-template-columns: repeat(auto-fit, minmax(200px, 1fr));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FF66"/>
                </a:solidFill>
                <a:latin typeface="Consolas"/>
              </a:defRPr>
            </a:pPr>
            <a:r>
              <a:t>&gt; Student Progress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5912" cy="27432"/>
          </a:xfrm>
          <a:prstGeom prst="rect">
            <a:avLst/>
          </a:prstGeom>
          <a:solidFill>
            <a:srgbClr val="00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389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FF66"/>
                </a:solidFill>
                <a:latin typeface="Consolas"/>
              </a:rPr>
              <a:t>01   </a:t>
            </a:r>
            <a:r>
              <a:rPr sz="1800" b="1">
                <a:solidFill>
                  <a:srgbClr val="F5F5F5"/>
                </a:solidFill>
                <a:latin typeface="Consolas"/>
              </a:rPr>
              <a:t>Dashboard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03120"/>
            <a:ext cx="4663440" cy="13716"/>
          </a:xfrm>
          <a:prstGeom prst="rect">
            <a:avLst/>
          </a:prstGeom>
          <a:solidFill>
            <a:srgbClr val="28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6344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A0A5A0"/>
                </a:solidFill>
                <a:latin typeface="Consolas"/>
              </a:rPr>
              <a:t>Displays study streaks, SVG completion dials, and bar charts of quiz scores saved locally. Unlocks badges for reaching key study milestones.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101210"/>
          </a:solidFill>
          <a:ln w="19050">
            <a:solidFill>
              <a:srgbClr val="00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FF66"/>
                </a:solidFill>
                <a:latin typeface="Consolas"/>
              </a:defRPr>
            </a:pPr>
            <a:r>
              <a:t>[ ACHIEVEMENTS LOADED ]</a:t>
            </a:r>
          </a:p>
          <a:p>
            <a:pPr>
              <a:spcAft>
                <a:spcPts val="2400"/>
              </a:spcAft>
              <a:defRPr sz="1200" b="1">
                <a:solidFill>
                  <a:srgbClr val="F5F5F5"/>
                </a:solidFill>
                <a:latin typeface="Consolas"/>
              </a:defRPr>
            </a:pPr>
            <a:r>
              <a:t>★ [SYSTEM ENGINEER] - Logged a 5-day study streak</a:t>
            </a:r>
            <a:br/>
            <a:r>
              <a:t>★ [CARD SCHOLAR]   - Mastered 10+ flashcards</a:t>
            </a:r>
            <a:br/>
            <a:r>
              <a:t>★ [COMPILER MASTER] - Scored 100% on MCQ Quiz</a:t>
            </a:r>
          </a:p>
          <a:p>
            <a:pPr>
              <a:spcAft>
                <a:spcPts val="1000"/>
              </a:spcAft>
              <a:defRPr sz="1400" b="1">
                <a:solidFill>
                  <a:srgbClr val="00E5FF"/>
                </a:solidFill>
                <a:latin typeface="Consolas"/>
              </a:defRPr>
            </a:pPr>
            <a:r>
              <a:t>[ TRACK COMPLETION METRICS ]</a:t>
            </a:r>
          </a:p>
          <a:p>
            <a:pPr>
              <a:defRPr sz="1200">
                <a:solidFill>
                  <a:srgbClr val="A0A5A0"/>
                </a:solidFill>
                <a:latin typeface="Consolas"/>
              </a:defRPr>
            </a:pPr>
            <a:r>
              <a:t>Python Track: [====================] 100%</a:t>
            </a:r>
            <a:br/>
            <a:r>
              <a:t>JS Track:     [==============      ] 70%</a:t>
            </a:r>
            <a:br/>
            <a:r>
              <a:t>C++ Track:    [==========          ] 50%</a:t>
            </a:r>
            <a:br/>
            <a:r>
              <a:t>DSA Track:    [======              ] 30%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FF66"/>
                </a:solidFill>
                <a:latin typeface="Consolas"/>
              </a:defRPr>
            </a:pPr>
            <a:r>
              <a:t>&gt; Project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5912" cy="27432"/>
          </a:xfrm>
          <a:prstGeom prst="rect">
            <a:avLst/>
          </a:prstGeom>
          <a:solidFill>
            <a:srgbClr val="00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5F5F5"/>
                </a:solidFill>
                <a:latin typeface="Consolas"/>
              </a:defRPr>
            </a:pPr>
            <a:r>
              <a:t>CodeVerse successfully bridges the gap between offline notes and active programming practice. It delivers a modern, gamified study console to make coding accessible.</a:t>
            </a:r>
          </a:p>
          <a:p>
            <a:pPr>
              <a:spcAft>
                <a:spcPts val="2400"/>
              </a:spcAft>
              <a:defRPr sz="1600" b="1">
                <a:solidFill>
                  <a:srgbClr val="8CFF8C"/>
                </a:solidFill>
                <a:latin typeface="Consolas"/>
              </a:defRPr>
            </a:pPr>
            <a:r>
              <a:t>[CORE CONSOLE METRICS STATUS]</a:t>
            </a:r>
            <a:br/>
            <a:r>
              <a:t>-------------------------------------------------------------</a:t>
            </a:r>
            <a:br/>
            <a:r>
              <a:t>✓ 400 MCQ Quiz Questions  | ✓ 400 Active Recall Flashcards</a:t>
            </a:r>
            <a:br/>
            <a:r>
              <a:t>✓ 400 Interview Presets    | ✓ 100% Free Live Online AI Tutor</a:t>
            </a:r>
            <a:br/>
            <a:r>
              <a:t>✓ Offline Storage Cache   | ✓ Responsive Terminal Framework</a:t>
            </a:r>
          </a:p>
          <a:p>
            <a:pPr>
              <a:defRPr sz="1600">
                <a:solidFill>
                  <a:srgbClr val="00FF66"/>
                </a:solidFill>
                <a:latin typeface="Consolas"/>
              </a:defRPr>
            </a:pPr>
            <a:r>
              <a:t>[SYSTEM LOG]: Deployment Complete. Server running successfully on port 8081.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839</Words>
  <Application>Microsoft Office PowerPoint</Application>
  <PresentationFormat>Custom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suchismita padhi</cp:lastModifiedBy>
  <cp:revision>2</cp:revision>
  <dcterms:created xsi:type="dcterms:W3CDTF">2013-01-27T09:14:16Z</dcterms:created>
  <dcterms:modified xsi:type="dcterms:W3CDTF">2026-06-26T04:42:19Z</dcterms:modified>
  <cp:category/>
</cp:coreProperties>
</file>